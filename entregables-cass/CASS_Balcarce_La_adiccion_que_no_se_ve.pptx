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5029200"/>
  <p:notesSz cx="50292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083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0"/>
            <a:ext cx="12191695" cy="731520"/>
          </a:xfrm>
          <a:prstGeom prst="rect">
            <a:avLst/>
          </a:prstGeom>
          <a:solidFill>
            <a:srgbClr val="0D5C6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CASS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Conductas Adictivas Sin Sustancia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adicción que no se ve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Conductas compulsivas, apuestas online y vida cotidiana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D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comunitaria · Balcarce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7D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Charla abierta · 60 minutos · Familias, docentes y comunidad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CASS · Colegio de Psicólogos PBA Distrito X · Consultorios FADE · Consultorios Lucero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4F7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EMPEZAR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¿Conocés a alguien —familiar, vecino, alumno—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haya tenido un problema con el juego,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compras o las pantallas?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Levantemos la mano. Miremos cuántas hay.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¿Quiénes estamos acá esta noche?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4F7F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CASS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Conductas Adictivas Sin Sustancia: investigación y abordaje clínico de ludopatía y otras adicciones comportamentales.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41732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4F7F7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645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19456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de Psicólogos PBA Distrito X · Consultorios FADE · Consultorios Lucero.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4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645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charla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75320" y="219456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Abierta, gratuita y pensada para familias, docentes y vecinos. Sin tecnicismos innecesarios; con herramientas concretas.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617720"/>
            <a:ext cx="12191695" cy="4114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64515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CASS (Conductas Adictivas Sin Sustancia). Referente clínico: Lic. Alejandro G. Sánchez — investigación y tratamiento de juego patológico y adicciones sin sustancia.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CONCEPTUAL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adicción?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E6F2F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cuando una conducta que empezó siendo placentera pasa a ser una necesidad que la persona no puede controlar, aunque le haga daño.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mecanismo central no está solo en la sustancia ni en la pantalla: está en el cerebro.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patologizamos comer, jugar, comprar ni usar el celular. Hablamos de intensidad, frecuencia e interferencia.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617720"/>
            <a:ext cx="12191695" cy="4114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64515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clínico de adicciones comportamentales. Ver: American Psychiatric Association, DSM-5 (Trastorno de juego). Echeburúa, E. — enfoques sobre adicciones sin sustancia.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CONCEPTUAL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cerebro y la dopamina (sin tecnicismos)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783080" y="1417320"/>
            <a:ext cx="640080" cy="640080"/>
          </a:xfrm>
          <a:prstGeom prst="ellipse">
            <a:avLst/>
          </a:prstGeom>
          <a:solidFill>
            <a:srgbClr val="0D5C63"/>
          </a:solidFill>
          <a:ln/>
        </p:spPr>
      </p:sp>
      <p:sp>
        <p:nvSpPr>
          <p:cNvPr id="7" name="Text 5"/>
          <p:cNvSpPr/>
          <p:nvPr/>
        </p:nvSpPr>
        <p:spPr>
          <a:xfrm>
            <a:off x="1783080" y="15087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Apostar, comprar o scrollear libera dopamina: la misma sustancia del placer cotidiano.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0" y="1417320"/>
            <a:ext cx="640080" cy="640080"/>
          </a:xfrm>
          <a:prstGeom prst="ellipse">
            <a:avLst/>
          </a:prstGeom>
          <a:solidFill>
            <a:srgbClr val="0D5C63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15087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3484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34840" y="27432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cerebro se acostumbra y pide más para sentir lo mismo.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72600" y="1417320"/>
            <a:ext cx="640080" cy="640080"/>
          </a:xfrm>
          <a:prstGeom prst="ellipse">
            <a:avLst/>
          </a:prstGeom>
          <a:solidFill>
            <a:srgbClr val="0D5C63"/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0" y="15087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Malestar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0" y="27432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puede hacerlo, aparece irritabilidad, ansiedad o tensión.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617720"/>
            <a:ext cx="12191695" cy="4114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64515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neurocientífica de la adicción como trastorno que involucra circuitos de recompensa. González, B. (CONICET / ININFA) — divulgación científica sobre adicción y cerebro.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CONCEPTUAL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señales: de afición a adicción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E6F2F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 parar y no puede.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4F7F7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INTERFERENCIA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 trabajo, estudio, familia o vínculos.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46304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E6F2F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aunque sabe que le hace daño.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89720" y="146304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4F7F7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MALESTAR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7260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 o irritabilidad cuando no puede hacerlo.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617720"/>
            <a:ext cx="12191695" cy="4114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64515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clínicos de conducta adictiva (pérdida de control, interferencia, persistencia pese al daño, malestar). APA, DSM-5; literatura clínica sobre adicciones comportamentales (Echeburúa y cols.).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APUESTAS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cambió? El celular y la billetera virtual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4F7F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137160" cy="777240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6304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barrera física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7556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 ir a un casino. Se apuesta desde el bolsillo, 24/7.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4F7F7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240280"/>
            <a:ext cx="137160" cy="777240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3172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Dinero que "no se siente"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62432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plata digital pesa menos emocionalmente que entregar billetes.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4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108960"/>
            <a:ext cx="137160" cy="777240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0040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temprano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49300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esté prohibido a menores, crear una cuenta es demasiado fácil.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617720"/>
            <a:ext cx="12191695" cy="4114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64515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desaparición de barreras físicas en el juego móvil: Borotto, A. (CONICET) — análisis sociológico del acceso digital al juego. UNICEF Argentina, guía "Zoom a las apuestas" (2025).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ACÁ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jóvenes de 15 a 24 años en Argentina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apostó online alguna vez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35661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promedio de inicio reportada: alrededor de 13–14 años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12191695" cy="4114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64515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Observatorio de Adicciones y Consumos Problemáticos — Defensoría del Pueblo de la Provincia de Buenos Aires (dir. Walter Martello). Informe sobre ludopatía / apuestas online en jóvenes.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ACÁ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 cada 10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adolescentes está expuesto a las apuestas online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(participación directa o por cercanía)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4747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a 11.421 estudiantes · 231 escuelas · 16 provincias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12191695" cy="4114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64515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 Roja Argentina — Observatorio Humanitario (2025). Informe "Apuestas online y adolescencia": 60% exposición (16% participación directa; 45% por vínculos cercanos).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ACÁ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+250%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de consultas por juego compulsivo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Línea nacional 141 (entre 2023 y 2024)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141 — SEDRONAR · gratuita y confidencial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12191695" cy="4114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64515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públicos de SEDRONAR / Línea 141 sobre consultas por juego compulsivo (crecimiento reportado 2023–2024). Contrastar con comunicados oficiales y coberturas periodísticas especializadas en salud.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APUESTAS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engancha tanto?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4F7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24/7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celular, sin horario ni desplazamiento.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4F7F7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00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Dinero digital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1965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fricción emocional que el efectivo.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4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 e influencers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3375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mensaje: "es entretenimiento, es fácil, podés ganar".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274320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4F7F7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971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 adolescente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33375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recompensa hiperactivo + control de impulsos aún en desarrollo.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617720"/>
            <a:ext cx="12191695" cy="4114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64515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UNICEF Argentina (2025), "Zoom a las apuestas" — rol de influencers y publicidad. Neurodesarrollo adolescente: literatura sobre córtex prefrontal y sistema de recompensa (síntesis clínica / CONICET).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FASES DEL JUEGO PATOLÓGICO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777240" cy="777240"/>
          </a:xfrm>
          <a:prstGeom prst="ellipse">
            <a:avLst/>
          </a:prstGeom>
          <a:solidFill>
            <a:srgbClr val="0D5C6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13258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de ganancia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Suerte inicial, entusiasmo, sensación de "saber cómo funciona". Es la más peligrosa: refuerza el enganche.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6F2F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Señales: euforia, hablar de "sistema", apostar más seguido.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4617720"/>
            <a:ext cx="12191695" cy="4114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64515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clásico de fases del juego patológico (ganancia–pérdida–desesperación), actualizado al contexto digital: mayor velocidad de progresión. Literatura clínica sobre ludopatía (Custer; adaptaciones contemporáneas).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FASES DEL JUEGO PATOLÓGICO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777240" cy="777240"/>
          </a:xfrm>
          <a:prstGeom prst="ellipse">
            <a:avLst/>
          </a:prstGeom>
          <a:solidFill>
            <a:srgbClr val="0D5C6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13258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de pérdida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Juega para recuperar. Aparecen préstamos, ocultamiento, excusas. La familia nota algo, pero no sabe qué.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6F2F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Señales: secretismo, pedidos de plata, irritabilidad.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4617720"/>
            <a:ext cx="12191695" cy="4114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64515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clásico de fases del juego patológico (ganancia–pérdida–desesperación), actualizado al contexto digital: mayor velocidad de progresión. Literatura clínica sobre ludopatía (Custer; adaptaciones contemporáneas).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FASES DEL JUEGO PATOLÓGICO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777240" cy="777240"/>
          </a:xfrm>
          <a:prstGeom prst="ellipse">
            <a:avLst/>
          </a:prstGeom>
          <a:solidFill>
            <a:srgbClr val="0D5C6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13258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de desesperación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Deudas importantes, aislamiento, irritabilidad intensa. En casos graves, sensación de que no hay salida.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6F2F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Señales: aislamiento, crisis, riesgo familiar alto.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4617720"/>
            <a:ext cx="12191695" cy="4114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64515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clásico de fases del juego patológico (ganancia–pérdida–desesperación), actualizado al contexto digital: mayor velocidad de progresión. Literatura clínica sobre ludopatía (Custer; adaptaciones contemporáneas).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4F7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¿Esto te preocuparía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alguien cercano?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ver situaciones reales. Levantá la mano si te preocuparía.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— SITUACIONES QUE NO ALARMARÍAN POR SÍ SOLAS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Verde: juego social / autocontrol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E8F5E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Apuesta la merienda en un juego entre amigos, con límite claro y sin dinero real.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E8F5E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57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alumna pregunta por una publicidad de apuestas: pensamiento crítico.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E8F5E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88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Póker los viernes con frecuencia acotada y pérdidas tolerables.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E8F5E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Probó una app, perdió, no le gustó y la desinstaló.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617720"/>
            <a:ext cx="12191695" cy="4114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64515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Distinción clínica entre juego recreativo y juego problemático: límites, contexto social, autocontrol y ausencia de interferencia (marco de prevención comunitaria / literatura de ludopatía).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— SITUACIONES QUE SÍ MERECEN ATENCIÓN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Rojo: alertas concretas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FCEAE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Madrugada + cierra la pantalla de golpe + reacción agresiva.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FCEAE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57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de notas + faltas + cambio de conducta en el aula.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FCEAE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88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frecuentes de plata + registro oculto de deudas.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FCEAE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típica: "estoy por recuperar lo que perdí".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617720"/>
            <a:ext cx="12191695" cy="4114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64515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alerta familiares y escolares asociadas a juego problemático (secretismo, endeudamiento, deterioro escolar, "caza de pérdidas"). Guías de prevención y clínica de ludopatía.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LAS APUESTAS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objeto cambia. El mecanismo es el mismo.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F4F7F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Apuestas online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Ludopatía digital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F4F7F7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compulsivas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sin freno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F4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/ pantallas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problemático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35440" y="155448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F4F7F7"/>
          </a:solidFill>
          <a:ln/>
        </p:spPr>
      </p:sp>
      <p:sp>
        <p:nvSpPr>
          <p:cNvPr id="16" name="Text 14"/>
          <p:cNvSpPr/>
          <p:nvPr/>
        </p:nvSpPr>
        <p:spPr>
          <a:xfrm>
            <a:off x="9372600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7260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de tiempo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617720"/>
            <a:ext cx="12191695" cy="4114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64515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Adicciones comportamentales: mismo circuito de recompensa con distintos objetos (juego, compras, pantallas, videojuegos). APA DSM-5; Echeburúa — adicciones sin sustancia.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PODEMOS HACER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familias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F4F7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Hablar antes de la crisis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"¿Sabés qué son las apuestas online? ¿Algún amigo tuyo apuesta?"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F4F7F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7744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Supervisar sin espiar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las apps. Pedir que te muestren cómo funcionan.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F4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3756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Usar la publicidad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"¿Por qué creés que ese influencer promociona apuestas?"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4617720"/>
            <a:ext cx="12191695" cy="4114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64515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UNICEF Argentina (2025), guía "Zoom a las apuestas" — diálogo familiar, influencers y prevención. Programa "Con Vos en la Web" (Ministerio de Justicia de la Nación).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PODEMOS HACER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docentes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E6F2F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El aula ve primero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de notas, ausentismo, cambios de conducta, charlas de apuestas en el recreo.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E6F2F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7744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No sos terapeuta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rol es observar, conversar con cuidado y saber cuándo derivar.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E6F2F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3756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Derivación clara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+ recursos locales + Línea 141. El Programa CASS puede orientar.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4617720"/>
            <a:ext cx="12191695" cy="4114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64515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escolar de adicciones comportamentales: rol docente de detección temprana y derivación (marcos de salud escolar / guías de prevención de ludopatía en adolescentes).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pedir ayuda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4F7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141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SEDRONAR · gratuita y confidencial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4F7F7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CASS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011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local · orientación y clínica de adultos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4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saberjugar.gob.ar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y materiales de prevención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274320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4F7F7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3017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UNICEF / Zoom a las apuestas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práctica para familias (2025)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617720"/>
            <a:ext cx="12191695" cy="4114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64515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SEDRONAR (Línea 141); saberjugar.gob.ar; UNICEF Argentina (2025) "Zoom a las apuestas"; Programa CASS — Consultorios FADE / Lucero.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083B4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adicción que no se ve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invisible porque no existe.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invisible porque aprendimos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mirar para otro lado.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8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empezamos a mirar.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SEGUIMOS EN CONTACTO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CASS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tenés una duda, una situación cercana o una pregunta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preferís no hacer en voz alta, escribinos.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E6F2F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231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aquí: WhatsApp · mail · dirección de consultorio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CASS — Consultorios FADE / Consultorios Lucero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de Psicólogos PBA Distrito X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617720"/>
            <a:ext cx="12191695" cy="411480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64515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psicológica individual — adultos. Para menores: derivación a recursos públicos y especializados (Línea 141 / dispositivos locales).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 Y FUENTES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principales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47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Observatorio de Adicciones y Consumos Problemáticos — Defensoría del Pueblo PBA (W. Martello). Informes sobre apuestas online / ludopatía en jóvenes.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Cruz Roja Argentina — Observatorio Humanitario (2025). Informe Apuestas online y adolescencia (11.421 encuestas; 231 escuelas; 16 provincias).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UNICEF Argentina (2025). Guía "Zoom a las apuestas".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SEDRONAR — Línea 141 (consultas por juego compulsivo; datos públicos 2023–2024).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American Psychiatric Association. DSM-5 — Trastorno de juego.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Echeburúa, E. y colaboradores — adicciones sin sustancia / conductas adictivas.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González, B. (CONICET/ININFA); Borotto, A. (CONICET) — divulgación neurocientífica y sociológica.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saberjugar.gob.ar — materiales de prevención y autoevaluación.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adicción que no se ve — Jornada Balcarce — Programa CASS</dc:title>
  <dc:subject>Charla comunitaria sobre conductas adictivas sin sustancia y apuestas online</dc:subject>
  <dc:creator>Programa CASS</dc:creator>
  <cp:lastModifiedBy>Programa CASS</cp:lastModifiedBy>
  <cp:revision>1</cp:revision>
  <dcterms:created xsi:type="dcterms:W3CDTF">2026-08-03T22:26:46Z</dcterms:created>
  <dcterms:modified xsi:type="dcterms:W3CDTF">2026-08-03T22:26:46Z</dcterms:modified>
</cp:coreProperties>
</file>